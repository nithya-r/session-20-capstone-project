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Civic Lens</a:t>
            </a:r>
          </a:p>
          <a:p>
            <a:r>
              <a:t>Illuminating Indian Democracy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Capstone Project Pitch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An intelligent companion for every citizen to understand and engage with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Problem: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Civic information is scattered and complex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Citizens struggle to understand governance and local policies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Learning civics feels boring and theoretical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/>
          </a:p>
          <a:p>
            <a:pPr>
              <a:defRPr sz="1800">
                <a:solidFill>
                  <a:srgbClr val="E6E6E6"/>
                </a:solidFill>
              </a:defRPr>
            </a:pPr>
            <a:r>
              <a:t>Vision: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A personalized AI companion for civic learning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From Gram Panchayat to Parliament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Transform civics into an interactive journey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Solution: Agentic AI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🦉 Librarian – Organizes laws, data, and documents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🧐 Examiner – Assesses citizen knowledge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🧭 Guide – Recommends the next lesson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🗞️ Reporter – Brings local civic news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🔎 Analyst – Answers deep governance questions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/>
          </a:p>
          <a:p>
            <a:pPr>
              <a:defRPr sz="1800">
                <a:solidFill>
                  <a:srgbClr val="E6E6E6"/>
                </a:solidFill>
              </a:defRPr>
            </a:pPr>
            <a:r>
              <a:t>Together, they create a personalized civic learning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Experience &amp;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Citizen Dashboard: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Gamified path: Novice → Statesman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Smart revision and adaptive quizzes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Local governance updates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/>
          </a:p>
          <a:p>
            <a:pPr>
              <a:defRPr sz="1800">
                <a:solidFill>
                  <a:srgbClr val="E6E6E6"/>
                </a:solidFill>
              </a:defRPr>
            </a:pPr>
            <a:r>
              <a:t>Curriculum: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Foundations → Machinery → Constitution → Realpolitik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20 progressive levels of civic mastery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FBA6C-2469-E5AB-1BD3-CDEA6D8AC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2" y="139960"/>
            <a:ext cx="6344816" cy="634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5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&amp; Execution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Technology Stack: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Frontend: React + Tailwind CSS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Backend: FastAPI / Node.js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AI: LLM-based multi-agent system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Data: Vector Database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endParaRPr/>
          </a:p>
          <a:p>
            <a:pPr>
              <a:defRPr sz="1800">
                <a:solidFill>
                  <a:srgbClr val="E6E6E6"/>
                </a:solidFill>
              </a:defRPr>
            </a:pPr>
            <a:r>
              <a:t>4-Week Plan: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Week 1: Data ingestion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Week 2: Assessment engine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Week 3: Personalized dashboard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Week 4: UI polish &amp; demo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229</Words>
  <Application>Microsoft Office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Civic Lens Illuminating Indian Democracy</vt:lpstr>
      <vt:lpstr>Problem &amp; Vision</vt:lpstr>
      <vt:lpstr>Our Solution: Agentic AI System</vt:lpstr>
      <vt:lpstr>User Experience &amp; Learning Path</vt:lpstr>
      <vt:lpstr>PowerPoint Presentation</vt:lpstr>
      <vt:lpstr>Technology &amp; Execution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Nithya R</cp:lastModifiedBy>
  <cp:revision>2</cp:revision>
  <dcterms:created xsi:type="dcterms:W3CDTF">2013-01-27T09:14:16Z</dcterms:created>
  <dcterms:modified xsi:type="dcterms:W3CDTF">2026-02-14T05:46:48Z</dcterms:modified>
  <cp:category/>
</cp:coreProperties>
</file>